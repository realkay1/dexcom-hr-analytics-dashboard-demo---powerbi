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72993-2666-C71E-BA99-814A6FBED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910888-B442-B771-6118-6EB299AA82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ED7A71-3363-2959-E905-8005A29A6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5723A-E50B-2FF5-9663-701DE45DD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B23D0-08F7-68DE-6EF2-22B91FD2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43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27AEB-A849-034B-0EB6-59A790CA3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269E1-1DDD-FAAA-CDB6-B1CEE208E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51444-0FB6-FC4C-7010-097E96C6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B2616-DFD7-03BE-8E7F-5A027A61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F5A4C-9343-1404-A30D-422CA8F20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289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98AFE-A005-FA35-8CEB-ED8E25A9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61D14-4C6A-7A5B-BF5B-CD1B21D0E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35A24-4E84-A280-3BFA-51CB561E6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FE798-44C3-0EE5-95ED-98A518D4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3D2CA-A8CF-A4BB-E0B4-B89D5CD91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869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87B63-E94F-FD7A-E08D-62F2A3305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5F7EA-7E8C-B9E3-A9A1-98D597FC8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F81DB2-8420-A61B-CFC1-3F5D5F1F3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11F835-34B6-9F0C-C300-515C7FDE6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EFC2C-58F8-BEC8-C5D5-B283F45AE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AD025B-3D44-0C71-6DBB-DB43FBC9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26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2A0F-7973-BC67-4EFF-8424BE4D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02E439-1935-C67F-6606-B35F1D71E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EE5771-416C-8A7E-C2C9-3EB1ACE2E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C3434-B3A9-858C-2538-66A098DCE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6D3DD8-F474-8333-444C-AAEA4E5300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5D01BF-46A9-8EDC-0D4D-860167869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123B0E-6BE6-6B3E-C8F9-0E5BA20D4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A89B62-968F-75E6-D9F2-6FF98727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32D3-0E1D-8A96-55B2-369DB9CD9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2DC783-9772-ED48-2E33-14056751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97062-3A52-8ABF-5C3B-1128CB7C0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9FF91-ABB9-A3A2-4096-7A5982CE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593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FB3128-2FDF-4307-986B-4C2EF7455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720346-DF2C-C768-3B11-502FA41FD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56C9E-A518-8494-2F16-30C2B7A4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73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B964-AF56-EC56-78FA-1BEC0DF9E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3791-28CD-870B-423B-B659BBB2D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E4A8EF-0F5F-9F65-AB30-E53B609868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366D7-DBCF-3E57-8F17-88ED1F451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5C2F4-0901-2D5D-F514-40152C0D1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33A6B3-86C5-80B9-D5EC-BE38B9AF6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4E975-8A12-E0F3-1A27-BE93E46C6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CC7F2-2366-DDF0-4D7F-FF54931BD0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ADBDC2-477A-BCBC-547F-A930F80F5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D1281-F846-4D11-ADBD-4012A480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D8ED7-BC77-8312-CA17-CB6B653C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92BC73-C274-7ECC-DE05-9BF403161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2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BF17-A8A5-AABF-36B0-5E5895E6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4F55B4-4526-4A5B-A0D7-3729C2467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DFF17-324E-D453-FA0C-A7EEA504B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C25B5-737B-A99B-06A7-BBFCDA3BA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30EAB-0ED5-5DBD-E891-0324BB666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67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2B35C5-FBC3-4321-D2DB-1E905BACC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E53C7-4311-88A6-403D-BAFC0D510E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D1284-4FB5-DB22-1601-EBA829B84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3758-E4CF-A8F7-35FF-2AB3F10A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A41FD-D9B9-17F7-9B0F-2D85B7219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13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1C63D3-93BD-065F-8BE7-51EFC9B5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683EC-C778-F7A6-297D-48F6EFB89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FE5AA-10DD-D747-0C56-7B2E8B1258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9F3FD5-CF4F-4FC1-B1A2-057333CF9941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8E9E1-C220-BD92-C71D-DD20F6390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DF683-BBD1-5BF9-7446-D9B8F8955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E0F0A-1C76-4B18-9939-69F59E510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477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BAADB1A5-2CB9-71EA-3CCB-1302513AF8E7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83AA567-8A06-3F57-FA8F-F9C9C549CB8B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752FF5F-0FF5-9FF9-8C9D-47E7DB5F2D78}"/>
                </a:ext>
              </a:extLst>
            </p:cNvPr>
            <p:cNvSpPr/>
            <p:nvPr/>
          </p:nvSpPr>
          <p:spPr>
            <a:xfrm>
              <a:off x="0" y="0"/>
              <a:ext cx="1828800" cy="6858000"/>
            </a:xfrm>
            <a:prstGeom prst="roundRect">
              <a:avLst>
                <a:gd name="adj" fmla="val 2681"/>
              </a:avLst>
            </a:prstGeom>
            <a:solidFill>
              <a:srgbClr val="00BC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highlight>
                  <a:srgbClr val="00BC12"/>
                </a:highlight>
              </a:endParaRP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F1873ED-5B77-134E-86DC-C9585C77C3D4}"/>
                </a:ext>
              </a:extLst>
            </p:cNvPr>
            <p:cNvSpPr/>
            <p:nvPr/>
          </p:nvSpPr>
          <p:spPr>
            <a:xfrm>
              <a:off x="1968500" y="152400"/>
              <a:ext cx="9982200" cy="685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E3B1B70-4FB9-52DE-6602-2C80B63E2A6B}"/>
                </a:ext>
              </a:extLst>
            </p:cNvPr>
            <p:cNvSpPr/>
            <p:nvPr/>
          </p:nvSpPr>
          <p:spPr>
            <a:xfrm>
              <a:off x="1968500" y="1079500"/>
              <a:ext cx="3081528" cy="1307592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BE4F9AF-E48C-68E6-93CA-5D221437D5CC}"/>
                </a:ext>
              </a:extLst>
            </p:cNvPr>
            <p:cNvSpPr/>
            <p:nvPr/>
          </p:nvSpPr>
          <p:spPr>
            <a:xfrm>
              <a:off x="5418836" y="1079500"/>
              <a:ext cx="3081528" cy="1307592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3AAB4A1-5DB3-1558-EB16-AB5BFB92984E}"/>
                </a:ext>
              </a:extLst>
            </p:cNvPr>
            <p:cNvSpPr/>
            <p:nvPr/>
          </p:nvSpPr>
          <p:spPr>
            <a:xfrm>
              <a:off x="8869172" y="1079500"/>
              <a:ext cx="3081528" cy="1307592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43F7637-AC72-6DA8-1790-4ECA8BFE15F8}"/>
                </a:ext>
              </a:extLst>
            </p:cNvPr>
            <p:cNvSpPr/>
            <p:nvPr/>
          </p:nvSpPr>
          <p:spPr>
            <a:xfrm>
              <a:off x="1968500" y="2661157"/>
              <a:ext cx="9982200" cy="1923543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282C52E-B231-6D3F-6AD6-009BD069389D}"/>
                </a:ext>
              </a:extLst>
            </p:cNvPr>
            <p:cNvSpPr/>
            <p:nvPr/>
          </p:nvSpPr>
          <p:spPr>
            <a:xfrm>
              <a:off x="2019300" y="4895848"/>
              <a:ext cx="9982200" cy="1809751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4315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86B57-0E52-267B-53EF-52B4FA6C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3249D8D-B48E-6EAE-A6BD-9B319125547E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501E682B-2D76-F599-CC83-ED1EC79E38E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005BEDEF-00E1-E025-8563-587DDEF1443F}"/>
                </a:ext>
              </a:extLst>
            </p:cNvPr>
            <p:cNvSpPr/>
            <p:nvPr/>
          </p:nvSpPr>
          <p:spPr>
            <a:xfrm>
              <a:off x="0" y="0"/>
              <a:ext cx="1828800" cy="6858000"/>
            </a:xfrm>
            <a:prstGeom prst="roundRect">
              <a:avLst>
                <a:gd name="adj" fmla="val 2681"/>
              </a:avLst>
            </a:prstGeom>
            <a:solidFill>
              <a:srgbClr val="00BC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1C8DAF8A-EB01-C1AD-2ACA-853D7FB8BD26}"/>
                </a:ext>
              </a:extLst>
            </p:cNvPr>
            <p:cNvSpPr/>
            <p:nvPr/>
          </p:nvSpPr>
          <p:spPr>
            <a:xfrm>
              <a:off x="1968500" y="152400"/>
              <a:ext cx="9982200" cy="685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07B11DF-D351-9B77-1B6A-46B344A599D7}"/>
                </a:ext>
              </a:extLst>
            </p:cNvPr>
            <p:cNvSpPr/>
            <p:nvPr/>
          </p:nvSpPr>
          <p:spPr>
            <a:xfrm>
              <a:off x="1968500" y="1079500"/>
              <a:ext cx="1955800" cy="1968500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9D87846-39BD-7329-D775-27279849B3B6}"/>
                </a:ext>
              </a:extLst>
            </p:cNvPr>
            <p:cNvSpPr/>
            <p:nvPr/>
          </p:nvSpPr>
          <p:spPr>
            <a:xfrm>
              <a:off x="8636000" y="1079500"/>
              <a:ext cx="3314700" cy="1968500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0368E4D5-10BE-1FE6-ADD7-BD06734EDF90}"/>
                </a:ext>
              </a:extLst>
            </p:cNvPr>
            <p:cNvSpPr/>
            <p:nvPr/>
          </p:nvSpPr>
          <p:spPr>
            <a:xfrm>
              <a:off x="2019300" y="3289301"/>
              <a:ext cx="9982200" cy="3416299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53152D3-8BB5-DB19-941F-BDD97E7C8349}"/>
                </a:ext>
              </a:extLst>
            </p:cNvPr>
            <p:cNvSpPr/>
            <p:nvPr/>
          </p:nvSpPr>
          <p:spPr>
            <a:xfrm>
              <a:off x="4165600" y="1079500"/>
              <a:ext cx="1955800" cy="1968500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1810C14-4629-3F20-D929-F9D1F59D86D1}"/>
                </a:ext>
              </a:extLst>
            </p:cNvPr>
            <p:cNvSpPr/>
            <p:nvPr/>
          </p:nvSpPr>
          <p:spPr>
            <a:xfrm>
              <a:off x="6362700" y="1079500"/>
              <a:ext cx="2032000" cy="1968500"/>
            </a:xfrm>
            <a:prstGeom prst="roundRect">
              <a:avLst>
                <a:gd name="adj" fmla="val 9868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2276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21F15-5A43-D53D-67BF-CD71A2A3F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2F9FAD-5D60-FC5A-009D-CC749A1FBF48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662F229-C370-46E8-D015-45980238EBE4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BD4A6EB-8F12-D49A-A244-7747D6E2C930}"/>
                </a:ext>
              </a:extLst>
            </p:cNvPr>
            <p:cNvSpPr/>
            <p:nvPr/>
          </p:nvSpPr>
          <p:spPr>
            <a:xfrm>
              <a:off x="0" y="0"/>
              <a:ext cx="1828800" cy="6858000"/>
            </a:xfrm>
            <a:prstGeom prst="roundRect">
              <a:avLst>
                <a:gd name="adj" fmla="val 2681"/>
              </a:avLst>
            </a:prstGeom>
            <a:solidFill>
              <a:srgbClr val="00BC1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C7326B2-9557-D78A-6454-BC6585A5A796}"/>
                </a:ext>
              </a:extLst>
            </p:cNvPr>
            <p:cNvSpPr/>
            <p:nvPr/>
          </p:nvSpPr>
          <p:spPr>
            <a:xfrm>
              <a:off x="1968500" y="152400"/>
              <a:ext cx="9982200" cy="685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EF75B721-2F31-F0A3-9D38-B8BB04F5BB24}"/>
                </a:ext>
              </a:extLst>
            </p:cNvPr>
            <p:cNvSpPr/>
            <p:nvPr/>
          </p:nvSpPr>
          <p:spPr>
            <a:xfrm>
              <a:off x="2019300" y="1155700"/>
              <a:ext cx="9982200" cy="5549899"/>
            </a:xfrm>
            <a:prstGeom prst="roundRect">
              <a:avLst>
                <a:gd name="adj" fmla="val 369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6736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Omokolade Solomon Opeibi</dc:creator>
  <cp:lastModifiedBy>Omokolade Solomon Opeibi</cp:lastModifiedBy>
  <cp:revision>1</cp:revision>
  <dcterms:created xsi:type="dcterms:W3CDTF">2026-07-05T08:19:50Z</dcterms:created>
  <dcterms:modified xsi:type="dcterms:W3CDTF">2026-07-06T17:00:10Z</dcterms:modified>
</cp:coreProperties>
</file>